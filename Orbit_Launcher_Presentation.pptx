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92000" cy="7315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9326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Subscription Tracker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FastAPI · Python · PostgreSQL · Cross-Platform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Teja Vemula  |  remio-alpha.vercel.app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Orbit Launcher?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professionals have 10–30 active SaaS subscriptions spread across multiple billing cycles. Trials expire without warning, forgotten tools drain budgets, and usage data is nowhere.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centralises all of 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Know exactly what you're paying 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See when trials expire — before they charge 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Track which tools you actually use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Get notified before renewals hit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Live: remio-alpha.vercel.app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Grid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with urgency badges for expiring trials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84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apps — categories, billing,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358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3192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 of renewals and trial end dates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87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Spending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3708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spend, budget tracking, tool adoption analytics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507492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38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Alerts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4223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and web push notifications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86868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9326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12161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app launches to surface unused tools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192024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9842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97880" y="226771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and Bearer token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297180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0358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API Keys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331927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access to subscription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4023360"/>
            <a:ext cx="5120640" cy="86868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4087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43708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PWA · Electron desktop · Capacitor mobile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00584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961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SPA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·  PWA  ·  Electron (desktop)  ·  Capacitor (iOS/Android)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 ·  Tailwind CSS  ·  TanStack Query  ·  Framer Motion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HTTPS (JWT)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00584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E0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13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(Railway)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·  apps  ·  insights  ·  reminders  ·  push  ·  api-keys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middleware  ·  slowapi rate limiting  ·  Sentry error tracking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383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2560" y="33832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2286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(asyncpg)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3657600"/>
            <a:ext cx="2286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Task Queue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3657600"/>
            <a:ext cx="2286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22860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EA0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3703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TypeScript, Vite, Tailwind CSS, Framer Motion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64792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React Query, LocalStorage (offline)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60904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60904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98094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Vitest, Playwright (E2E), React Testing Library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57016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57016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7705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(desktop), Capacitor (iOS/Android), Vite PWA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453128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453128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7731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Python 3.11, Pydantic v2, uvicorn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5349240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5349240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Migrations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6692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async + asyncpg, Alembic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868680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868680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118872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52160" y="1764792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1764792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08483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(backed by Redis)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2660904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2660904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35040" y="298094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cookie and Bearer token support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3557016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0" y="3557016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387705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52160" y="4453128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0" y="4453128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035040" y="477316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5349240"/>
            <a:ext cx="521208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52160" y="5349240"/>
            <a:ext cx="54864" cy="74980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1" name="Text 49"/>
          <p:cNvSpPr/>
          <p:nvPr/>
        </p:nvSpPr>
        <p:spPr>
          <a:xfrm>
            <a:off x="603504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35040" y="56692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(backend), Vercel (frontend)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React codebase → four distribution targets with no forked codebases.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4688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4688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PWA + Workbox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4688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148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macOS / Linux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wrapper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0" y="1463040"/>
            <a:ext cx="2468880" cy="2011680"/>
          </a:xfrm>
          <a:prstGeom prst="rect">
            <a:avLst/>
          </a:prstGeom>
          <a:solidFill>
            <a:srgbClr val="161B22"/>
          </a:solidFill>
          <a:ln w="19050">
            <a:solidFill>
              <a:srgbClr val="2EA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8240" y="2148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/ Android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native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built once in React ships to all platforms simultaneously. Electron and Capacitor wrap the same build, adding platform-specific APIs (file system, native notifications) without forking.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jobs run as Arq tasks — outside the HTTP request cycle.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377440" cy="2194560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sets a reminder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days before renewal)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8892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2377440" cy="2194560"/>
          </a:xfrm>
          <a:prstGeom prst="rect">
            <a:avLst/>
          </a:prstGeom>
          <a:solidFill>
            <a:srgbClr val="161B22"/>
          </a:solidFill>
          <a:ln w="15240">
            <a:solidFill>
              <a:srgbClr val="F08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 enqueues Arq task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1463040"/>
            <a:ext cx="2377440" cy="2194560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queue (Redis broker)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2331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21040" y="1463040"/>
            <a:ext cx="2377440" cy="2194560"/>
          </a:xfrm>
          <a:prstGeom prst="rect">
            <a:avLst/>
          </a:prstGeom>
          <a:solidFill>
            <a:srgbClr val="161B22"/>
          </a:solidFill>
          <a:ln w="15240">
            <a:solidFill>
              <a:srgbClr val="2EA0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6459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executes: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send_renewal_email_task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send_push_notification_task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check_expired_trials_task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runs two independent services: the FastAPI API server and the Arq worker — each scaled separately.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102412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71323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92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(python-jose) — cookie and Bearer token dual delivery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102412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54864" cy="71323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— per-endpoint request limits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102412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651760"/>
            <a:ext cx="54864" cy="71323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066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98094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backend exceptions with full deployment context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102412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20440"/>
            <a:ext cx="54864" cy="71323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753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4962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parameterised queries (no raw SQL surface)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389120"/>
            <a:ext cx="102412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389120"/>
            <a:ext cx="54864" cy="71323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443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71830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before storage — plaintext never persisted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257800"/>
            <a:ext cx="1024128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5257800"/>
            <a:ext cx="54864" cy="713232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5312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5586984"/>
            <a:ext cx="978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TypeScript — no any, no unvalidated API responses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235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923544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auth details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55064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70992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URL, category, plan, billing_frequency, monthly_cost, expires_at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96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49631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compact_mode, currency, budget, notification preferences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27832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82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/ ReminderLog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282696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conditions, delivery channels, history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14216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69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4069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app_id, started_at, ended_at — drives usage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800600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8554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855464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hash, label, last_used — programmatic access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5586984"/>
            <a:ext cx="10241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641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PushSubscription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5641848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endpoint, p256dh, auth — web push delivery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229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(Backend)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5029200" cy="1463040"/>
          </a:xfrm>
          <a:prstGeom prst="rect">
            <a:avLst/>
          </a:prstGeom>
          <a:solidFill>
            <a:srgbClr val="0D1117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1 (API):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uvicorn main:app --host 0.0.0.0 --port $PORT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2 (Worker):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arq app.tasks.WorkerSettings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82296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(Frontend)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4663440" cy="1463040"/>
          </a:xfrm>
          <a:prstGeom prst="rect">
            <a:avLst/>
          </a:prstGeom>
          <a:solidFill>
            <a:srgbClr val="0D1117"/>
          </a:solidFill>
          <a:ln w="1016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32588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VITE_API_BASE=https://&lt;railway-url&gt;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static files to Vercel CDN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102412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railway.toml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0" y="29718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both Railway services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584448"/>
            <a:ext cx="102412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630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36301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production locally (API + worker + Postgres + Redis)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242816"/>
            <a:ext cx="102412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885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Alembic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0" y="428853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schema migrations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901184"/>
            <a:ext cx="102412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9469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4946904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production errors with deployment context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10241280" cy="18288"/>
          </a:xfrm>
          <a:prstGeom prst="rect">
            <a:avLst/>
          </a:prstGeom>
          <a:solidFill>
            <a:srgbClr val="E06C0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6868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TypeScript/Python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 from React UI to FastAPI schemas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React codebase → web, PWA, desktop, mobile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2044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Backend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async SQLAlchemy and non-blocking I/O throughout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84632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 Systems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303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task queue for reliable, decoupled notification delivery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86868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960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13258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with ORM, async access patterns, Alembic migrations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219456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Engineering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26517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dual delivery (cookie + Bearer)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352044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97880" y="39776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multi-service deployment, Docker Compose, Vercel CI/CD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4846320"/>
            <a:ext cx="5120640" cy="1143000"/>
          </a:xfrm>
          <a:prstGeom prst="rect">
            <a:avLst/>
          </a:prstGeom>
          <a:solidFill>
            <a:srgbClr val="161B22"/>
          </a:solidFill>
          <a:ln w="10160">
            <a:solidFill>
              <a:srgbClr val="E06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4937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97880" y="5303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unit tests, Playwright E2E, React Testing Library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6400800"/>
            <a:ext cx="10241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Launcher  |  Arun Teja Vemula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2026-06-09T19:59:22Z</dcterms:created>
  <dcterms:modified xsi:type="dcterms:W3CDTF">2026-06-09T19:59:22Z</dcterms:modified>
</cp:coreProperties>
</file>